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0240"/>
            <a:ext cx="8228880" cy="339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59C21EC-1686-41DA-9C53-920B038C93A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146CBCB-9630-430C-BC38-4D81E2CA988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7D7D37F-A19A-4E42-937A-C2E068C8864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8880" cy="339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C68F3FC8-827B-4B90-9937-FF83C6008C7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6ADF6CFB-3010-4375-A2E3-A926B9B887F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4015440" cy="339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3880" y="1200240"/>
            <a:ext cx="4015440" cy="339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42E080D3-0636-448A-AA2D-1643B559ECB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B16D5B98-E3A6-4335-8833-9D691A03955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88C9ECF2-7764-4663-B3BB-08E86969982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B97A13BA-145C-4307-871A-7F0ABA9CCCA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69D1BA98-506A-4C65-B200-DE8060B962B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FB7786DD-3C1D-4CCF-8375-89269010FA5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4767120"/>
            <a:ext cx="289476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1D93017-60D4-4B85-953F-B8021E06B427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3124080" y="4767120"/>
            <a:ext cx="289476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40774B3-0643-41A6-A703-9403AEC8B906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45720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ftr" idx="7"/>
          </p:nvPr>
        </p:nvSpPr>
        <p:spPr>
          <a:xfrm>
            <a:off x="3124080" y="4767120"/>
            <a:ext cx="289476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8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91FC67A-751C-4572-9C83-4943C273E998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9"/>
          </p:nvPr>
        </p:nvSpPr>
        <p:spPr>
          <a:xfrm>
            <a:off x="45720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8880" cy="339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ftr" idx="10"/>
          </p:nvPr>
        </p:nvSpPr>
        <p:spPr>
          <a:xfrm>
            <a:off x="3124080" y="4767120"/>
            <a:ext cx="289476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11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B4BFD7E-4700-4FB5-9B1F-DB07D1594354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12"/>
          </p:nvPr>
        </p:nvSpPr>
        <p:spPr>
          <a:xfrm>
            <a:off x="45720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ftr" idx="13"/>
          </p:nvPr>
        </p:nvSpPr>
        <p:spPr>
          <a:xfrm>
            <a:off x="3124080" y="4767120"/>
            <a:ext cx="289476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14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7C614B5-5379-4E58-9400-9833799BDE2F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5"/>
          </p:nvPr>
        </p:nvSpPr>
        <p:spPr>
          <a:xfrm>
            <a:off x="45720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4015440" cy="339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674240" y="1200240"/>
            <a:ext cx="4015440" cy="339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6"/>
          </p:nvPr>
        </p:nvSpPr>
        <p:spPr>
          <a:xfrm>
            <a:off x="3124080" y="4767120"/>
            <a:ext cx="289476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7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6744AE2-E72C-48AC-B1FE-5E332A4680FA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8"/>
          </p:nvPr>
        </p:nvSpPr>
        <p:spPr>
          <a:xfrm>
            <a:off x="45720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ftr" idx="19"/>
          </p:nvPr>
        </p:nvSpPr>
        <p:spPr>
          <a:xfrm>
            <a:off x="3124080" y="4767120"/>
            <a:ext cx="289476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ldNum" idx="20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E1C1C7F-1B7D-4144-A0DF-DDBBCD76F23D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21"/>
          </p:nvPr>
        </p:nvSpPr>
        <p:spPr>
          <a:xfrm>
            <a:off x="45720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2"/>
          </p:nvPr>
        </p:nvSpPr>
        <p:spPr>
          <a:xfrm>
            <a:off x="3124080" y="4767120"/>
            <a:ext cx="289476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3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CBA2BD5-69D3-41D4-BD35-7F5F3380BBA3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24"/>
          </p:nvPr>
        </p:nvSpPr>
        <p:spPr>
          <a:xfrm>
            <a:off x="45720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ftr" idx="25"/>
          </p:nvPr>
        </p:nvSpPr>
        <p:spPr>
          <a:xfrm>
            <a:off x="3124080" y="4767120"/>
            <a:ext cx="289476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26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360F552-16DE-4EC6-A9E1-01D1A5918BA9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7"/>
          </p:nvPr>
        </p:nvSpPr>
        <p:spPr>
          <a:xfrm>
            <a:off x="45720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28"/>
          </p:nvPr>
        </p:nvSpPr>
        <p:spPr>
          <a:xfrm>
            <a:off x="3124080" y="4767120"/>
            <a:ext cx="289476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29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9D1CF43-939B-427B-BDAB-B54D8CA01461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30"/>
          </p:nvPr>
        </p:nvSpPr>
        <p:spPr>
          <a:xfrm>
            <a:off x="45720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ftr" idx="31"/>
          </p:nvPr>
        </p:nvSpPr>
        <p:spPr>
          <a:xfrm>
            <a:off x="3124080" y="4767120"/>
            <a:ext cx="289476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ldNum" idx="32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0D7B927-4892-4A43-A6B3-B32255631CC8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33"/>
          </p:nvPr>
        </p:nvSpPr>
        <p:spPr>
          <a:xfrm>
            <a:off x="45720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85800" y="1597680"/>
            <a:ext cx="7771680" cy="1101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Sygma — Avancement mi-parcours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1371600" y="2914560"/>
            <a:ext cx="6400080" cy="131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br>
              <a:rPr sz="2400"/>
            </a:br>
            <a:br>
              <a:rPr sz="2400"/>
            </a:br>
            <a:r>
              <a:rPr b="0" lang="en-US" sz="24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Emmanuelle Nsossani · Yahaya Coulibaly · Hyosua Colleter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34"/>
          </p:nvPr>
        </p:nvSpPr>
        <p:spPr>
          <a:xfrm>
            <a:off x="45720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Avril 2026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Présentation du projet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8880" cy="339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Sygma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— Dématérialisation de l’émargement en école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1270080" indent="0" defTabSz="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Remplacer les feuilles de présence papier par un système QR Code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3 rôles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: étudiant, enseignant, gestionnaire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Stack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: Laravel (API REST) + React + PostgreSQL + Docker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MCD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4513680" y="2474640"/>
            <a:ext cx="180360" cy="23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6" name="" descr=""/>
          <p:cNvPicPr/>
          <p:nvPr/>
        </p:nvPicPr>
        <p:blipFill>
          <a:blip r:embed="rId1"/>
          <a:stretch/>
        </p:blipFill>
        <p:spPr>
          <a:xfrm>
            <a:off x="914400" y="1029600"/>
            <a:ext cx="7870680" cy="3999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Infrastructure ✅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8880" cy="339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Environnement </a:t>
            </a: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Docker complet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— un seul </a:t>
            </a:r>
            <a:r>
              <a:rPr b="0" lang="en-US" sz="2400" spc="-1" strike="noStrike">
                <a:solidFill>
                  <a:schemeClr val="dk1"/>
                </a:solidFill>
                <a:latin typeface="Courier New"/>
              </a:rPr>
              <a:t>make install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pour démarrer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CI/CD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GitHub Actions (lint + tests automatiques)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Tests automatisés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sur base PostgreSQL dédiée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Documentation API, conventions, guides de contribution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Authentification &amp; Rôles ✅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8880" cy="339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Connexion / déconnexion via </a:t>
            </a: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Laravel Sanctum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Gestion des rôles avec </a:t>
            </a: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Spatie Permissions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Routes protégées par rôle (étudiant, enseignant, gestionnaire)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Gestion des séances ✅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8880" cy="339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CRUD complet (créer, lister, modifier, supprimer)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Filtres avancés : statut, enseignant, groupe, cours, dates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Pagination des résultats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Détection de conflits de créneau et de salle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Exceptions custom par domaine (</a:t>
            </a:r>
            <a:r>
              <a:rPr b="0" lang="en-US" sz="2400" spc="-1" strike="noStrike">
                <a:solidFill>
                  <a:schemeClr val="dk1"/>
                </a:solidFill>
                <a:latin typeface="Courier New"/>
              </a:rPr>
              <a:t>app/Exceptions/Seance/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Creation séance ✅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4513680" y="2474640"/>
            <a:ext cx="180360" cy="23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5" name="" descr=""/>
          <p:cNvPicPr/>
          <p:nvPr/>
        </p:nvPicPr>
        <p:blipFill>
          <a:blip r:embed="rId1"/>
          <a:stretch/>
        </p:blipFill>
        <p:spPr>
          <a:xfrm>
            <a:off x="2546640" y="1062720"/>
            <a:ext cx="4114080" cy="3908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Émargement QR Code ✅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8880" cy="339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Fonctionnalité cœur du projet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L’enseignant ouvre une </a:t>
            </a: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session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→ génère un jeton unique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Le jeton </a:t>
            </a: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expire automatiquement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et se renouvelle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L’étudiant </a:t>
            </a: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scanne le QR Code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→ présence enregistrée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Vérification géographique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via PostGIS (distance / salle)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Validation manuelle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possible en cas de problème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Émargement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9" name="" descr=""/>
          <p:cNvPicPr/>
          <p:nvPr/>
        </p:nvPicPr>
        <p:blipFill>
          <a:blip r:embed="rId1"/>
          <a:stretch/>
        </p:blipFill>
        <p:spPr>
          <a:xfrm>
            <a:off x="457200" y="1143000"/>
            <a:ext cx="8091360" cy="3327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Emargement QR Code ✅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4513680" y="2474640"/>
            <a:ext cx="180360" cy="23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2" name="" descr=""/>
          <p:cNvPicPr/>
          <p:nvPr/>
        </p:nvPicPr>
        <p:blipFill>
          <a:blip r:embed="rId1"/>
          <a:stretch/>
        </p:blipFill>
        <p:spPr>
          <a:xfrm>
            <a:off x="2546640" y="914400"/>
            <a:ext cx="4114080" cy="3908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Suivi des absences ✅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8880" cy="339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Récupérer les absents </a:t>
            </a: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du jour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Recherche par </a:t>
            </a: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date et statut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Export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des données (ExportController)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Frontend ✅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8880" cy="339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Page de </a:t>
            </a: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connexion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Interface </a:t>
            </a: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enseignant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: voir ses séances, lancer une session QR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Interface </a:t>
            </a: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étudiant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: s’émarger via QR Code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Ce qu’il reste à faire 🔜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78" name="Content Placeholder 5"/>
          <p:cNvGraphicFramePr/>
          <p:nvPr/>
        </p:nvGraphicFramePr>
        <p:xfrm>
          <a:off x="457200" y="1193760"/>
          <a:ext cx="8229240" cy="250884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Fonctionnalité</a:t>
                      </a:r>
                      <a:endParaRPr b="0" lang="en-US" sz="13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Priorité</a:t>
                      </a:r>
                      <a:endParaRPr b="0" lang="en-US" sz="13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Interface gestionnaire (tableau de bord absences)</a:t>
                      </a:r>
                      <a:endParaRPr b="0" lang="en-US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Haute</a:t>
                      </a:r>
                      <a:endParaRPr b="0" lang="en-US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Export CSV/PDF côté frontend</a:t>
                      </a:r>
                      <a:endParaRPr b="0" lang="en-US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Haute</a:t>
                      </a:r>
                      <a:endParaRPr b="0" lang="en-US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Historique présences / absences pour l’étudiant</a:t>
                      </a:r>
                      <a:endParaRPr b="0" lang="en-US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Moyenne</a:t>
                      </a:r>
                      <a:endParaRPr b="0" lang="en-US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Géolocalisation côté frontend</a:t>
                      </a:r>
                      <a:endParaRPr b="0" lang="en-US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Moyenne</a:t>
                      </a:r>
                      <a:endParaRPr b="0" lang="en-US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Sécuriser toutes les routes (auth complète)</a:t>
                      </a:r>
                      <a:endParaRPr b="0" lang="en-US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Haute</a:t>
                      </a:r>
                      <a:endParaRPr b="0" lang="en-US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Notifications (absences, retards)</a:t>
                      </a:r>
                      <a:endParaRPr b="0" lang="en-US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Basse</a:t>
                      </a:r>
                      <a:endParaRPr b="0" lang="en-US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2026-04-07T06:34:03Z</dcterms:created>
  <dc:creator>Emmanuelle Nsossani · Yahaya Coulibaly · Hyosua Colleter</dc:creator>
  <dc:description/>
  <dc:language>en-US</dc:language>
  <cp:lastModifiedBy/>
  <dcterms:modified xsi:type="dcterms:W3CDTF">2026-04-07T08:45:16Z</dcterms:modified>
  <cp:revision>3</cp:revision>
  <dc:subject/>
  <dc:title>Sygma — Avancement mi-parcours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Avril 2026</vt:lpwstr>
  </property>
</Properties>
</file>